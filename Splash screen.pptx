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2"/>
  </p:normalViewPr>
  <p:slideViewPr>
    <p:cSldViewPr snapToGrid="0">
      <p:cViewPr>
        <p:scale>
          <a:sx n="77" d="100"/>
          <a:sy n="77" d="100"/>
        </p:scale>
        <p:origin x="193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8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2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4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2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7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3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6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3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12/1/25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754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71" r:id="rId6"/>
    <p:sldLayoutId id="2147483766" r:id="rId7"/>
    <p:sldLayoutId id="2147483767" r:id="rId8"/>
    <p:sldLayoutId id="2147483768" r:id="rId9"/>
    <p:sldLayoutId id="2147483770" r:id="rId10"/>
    <p:sldLayoutId id="214748376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3282-BE4F-C0CC-5EA8-458D431A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505" y="222312"/>
            <a:ext cx="3951745" cy="1510628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AUTOMIND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453BC-CCFE-67FB-5663-010920916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br>
              <a:rPr lang="en-US" sz="800" dirty="0"/>
            </a:br>
            <a:endParaRPr lang="en-US" dirty="0"/>
          </a:p>
        </p:txBody>
      </p:sp>
      <p:pic>
        <p:nvPicPr>
          <p:cNvPr id="2050" name="Picture 2" descr="Top-Banner-Mobile">
            <a:extLst>
              <a:ext uri="{FF2B5EF4-FFF2-40B4-BE49-F238E27FC236}">
                <a16:creationId xmlns:a16="http://schemas.microsoft.com/office/drawing/2014/main" id="{4E134666-84A9-56E0-9D58-3F36FB8EB5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5710" y="751395"/>
            <a:ext cx="8931673" cy="610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0CA568-0E25-B965-035B-6642BC20526C}"/>
              </a:ext>
            </a:extLst>
          </p:cNvPr>
          <p:cNvSpPr txBox="1"/>
          <p:nvPr/>
        </p:nvSpPr>
        <p:spPr>
          <a:xfrm>
            <a:off x="9458637" y="4444013"/>
            <a:ext cx="2333810" cy="124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Organizing leads, inventory, and deals  all in one place!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24D96-93BF-68F9-DFF9-927FF6C4AA7E}"/>
              </a:ext>
            </a:extLst>
          </p:cNvPr>
          <p:cNvSpPr txBox="1"/>
          <p:nvPr/>
        </p:nvSpPr>
        <p:spPr>
          <a:xfrm>
            <a:off x="8585963" y="2759519"/>
            <a:ext cx="2619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Helping small dealers sell  smarter, faster, and more  efficiently!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11551-8C3C-D724-45BC-743928106851}"/>
              </a:ext>
            </a:extLst>
          </p:cNvPr>
          <p:cNvSpPr txBox="1"/>
          <p:nvPr/>
        </p:nvSpPr>
        <p:spPr>
          <a:xfrm>
            <a:off x="9315745" y="1219175"/>
            <a:ext cx="2619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Turning dealership chaos into organized sales power</a:t>
            </a:r>
            <a:r>
              <a:rPr lang="en-US" i="1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!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E23DF-82E0-DEF6-9285-5CC9E755360A}"/>
              </a:ext>
            </a:extLst>
          </p:cNvPr>
          <p:cNvSpPr txBox="1"/>
          <p:nvPr/>
        </p:nvSpPr>
        <p:spPr>
          <a:xfrm>
            <a:off x="96238" y="302188"/>
            <a:ext cx="123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Luis Arias</a:t>
            </a:r>
          </a:p>
        </p:txBody>
      </p:sp>
    </p:spTree>
    <p:extLst>
      <p:ext uri="{BB962C8B-B14F-4D97-AF65-F5344CB8AC3E}">
        <p14:creationId xmlns:p14="http://schemas.microsoft.com/office/powerpoint/2010/main" val="2207851004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37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Baloo Bhaijaan</vt:lpstr>
      <vt:lpstr>Neue Haas Grotesk Text Pro</vt:lpstr>
      <vt:lpstr>DylanVTI</vt:lpstr>
      <vt:lpstr>AUTOMIND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Arias</dc:creator>
  <cp:lastModifiedBy>Luis Arias Rodriguez</cp:lastModifiedBy>
  <cp:revision>1</cp:revision>
  <dcterms:created xsi:type="dcterms:W3CDTF">2025-12-01T22:57:43Z</dcterms:created>
  <dcterms:modified xsi:type="dcterms:W3CDTF">2025-12-01T23:38:39Z</dcterms:modified>
</cp:coreProperties>
</file>